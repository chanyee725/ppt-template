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b62006a-3cba-4af7-358b-5db6cca86ff8}">
          <p14:sldIdLst>
            <p14:sldId id="256"/>
          </p14:sldIdLst>
        </p14:section>
        <p14:section name="프로젝트 개요" id="{edc6f8b9-f70d-1d1f-0a42-901025401749}">
          <p14:sldIdLst>
            <p14:sldId id="257"/>
          </p14:sldIdLst>
        </p14:section>
        <p14:section name="구성 요소" id="{fa11d291-9518-664f-c56b-569f53b5eeaa}">
          <p14:sldIdLst>
            <p14:sldId id="258"/>
          </p14:sldIdLst>
        </p14:section>
        <p14:section name="Project FlowChart" id="{7e111ba1-8c59-41e6-0983-775d2573a7c3}">
          <p14:sldIdLst>
            <p14:sldId id="259"/>
          </p14:sldIdLst>
        </p14:section>
        <p14:section name="Phase 1 1단계" id="{43e25d78-314e-4727-2565-ba4ff8ce1378}">
          <p14:sldIdLst>
            <p14:sldId id="260"/>
            <p14:sldId id="261"/>
          </p14:sldIdLst>
        </p14:section>
        <p14:section name="Phase 2 2단계" id="{aa7acd5e-36b8-f38b-fc89-1cca4bbad4f3}">
          <p14:sldIdLst>
            <p14:sldId id="262"/>
          </p14:sldIdLst>
        </p14:section>
        <p14:section name="Phase 3 3단계" id="{abb0bea2-ebfe-2c33-fbe5-24cccdaa3364}">
          <p14:sldIdLst>
            <p14:sldId id="263"/>
          </p14:sldIdLst>
        </p14:section>
        <p14:section name="Phase 4 4단계" id="{1d0608e1-d307-07df-5c16-041219e6afdd}">
          <p14:sldIdLst>
            <p14:sldId id="264"/>
          </p14:sldIdLst>
        </p14:section>
        <p14:section name="전체 시퀀스" id="{2533cac2-7917-def6-8799-0e95f14b7326}">
          <p14:sldIdLst>
            <p14:sldId id="265"/>
          </p14:sldIdLst>
        </p14:section>
        <p14:section name="가상환경 구성" id="{1b6fc486-407e-d2ac-871f-12306d8cc8eb}">
          <p14:sldIdLst>
            <p14:sldId id="266"/>
          </p14:sldIdLst>
        </p14:section>
        <p14:section name="허용 오차" id="{78d01669-d112-397b-7ef3-079e96c76a63}">
          <p14:sldIdLst>
            <p14:sldId id="267"/>
          </p14:sldIdLst>
        </p14:section>
        <p14:section name="실행 영상" id="{9e070468-441a-4ac9-9a97-f8ee20628522}">
          <p14:sldIdLst>
            <p14:sldId id="268"/>
          </p14:sldIdLst>
        </p14:section>
        <p14:section name="향후 일정" id="{d4ce3608-16d2-6d4c-392c-a5d8b8ffe510}">
          <p14:sldIdLst>
            <p14:sldId id="269"/>
          </p14:sldIdLst>
        </p14:section>
        <p14:section name="마무리" id="{2f9f2328-a83e-f06c-aa12-c3238c236f3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667512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40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313432"/>
            <a:ext cx="9601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156655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프로젝트 중간 보고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201168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3611880"/>
            <a:ext cx="9357055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29184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2377440"/>
            <a:ext cx="2011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6655" y="347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프로젝트 중간 보고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1463040"/>
            <a:ext cx="1280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9728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667512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프로젝트 이름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중간 보고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3134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2026년 10월 2주차 중간보고</a:t>
            </a:r>
            <a:endParaRPr lang="en-US" sz="1500" dirty="0"/>
          </a:p>
        </p:txBody>
      </p:sp>
      <p:sp>
        <p:nvSpPr>
          <p:cNvPr id="4" name="presenter-org"/>
          <p:cNvSpPr txBox="1"/>
          <p:nvPr/>
        </p:nvSpPr>
        <p:spPr>
          <a:xfrm>
            <a:off x="822960" y="5138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회사 · 부서</a:t>
            </a:r>
            <a:endParaRPr lang="en-US" sz="1300" dirty="0"/>
          </a:p>
        </p:txBody>
      </p:sp>
      <p:sp>
        <p:nvSpPr>
          <p:cNvPr id="5" name="presenter-name"/>
          <p:cNvSpPr txBox="1"/>
          <p:nvPr/>
        </p:nvSpPr>
        <p:spPr>
          <a:xfrm>
            <a:off x="822960" y="5468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직책 이름</a:t>
            </a:r>
            <a:endParaRPr lang="en-US" sz="1700" dirty="0"/>
          </a:p>
        </p:txBody>
      </p:sp>
      <p:sp>
        <p:nvSpPr>
          <p:cNvPr id="6" name="date"/>
          <p:cNvSpPr txBox="1"/>
          <p:nvPr/>
        </p:nvSpPr>
        <p:spPr>
          <a:xfrm>
            <a:off x="8625535" y="5468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2026. 10. 19.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목표 — 한 문장으로</a:t>
            </a:r>
            <a:endParaRPr lang="en-US" sz="1350" dirty="0"/>
          </a:p>
        </p:txBody>
      </p:sp>
      <p:sp>
        <p:nvSpPr>
          <p:cNvPr id="4" name="layout-frame"/>
          <p:cNvSpPr/>
          <p:nvPr/>
        </p:nvSpPr>
        <p:spPr>
          <a:xfrm>
            <a:off x="548640" y="2057400"/>
            <a:ext cx="6217920" cy="3438144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layout-x1"/>
          <p:cNvSpPr/>
          <p:nvPr/>
        </p:nvSpPr>
        <p:spPr>
          <a:xfrm>
            <a:off x="548640" y="2057400"/>
            <a:ext cx="6217920" cy="343814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layout-x2"/>
          <p:cNvSpPr/>
          <p:nvPr/>
        </p:nvSpPr>
        <p:spPr>
          <a:xfrm flipV="1">
            <a:off x="548640" y="2057400"/>
            <a:ext cx="6217920" cy="343814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layout-hint"/>
          <p:cNvSpPr txBox="1"/>
          <p:nvPr/>
        </p:nvSpPr>
        <p:spPr>
          <a:xfrm>
            <a:off x="3108960" y="3593592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layout-caption"/>
          <p:cNvSpPr txBox="1"/>
          <p:nvPr/>
        </p:nvSpPr>
        <p:spPr>
          <a:xfrm>
            <a:off x="548640" y="556869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1. 전체 배치</a:t>
            </a:r>
            <a:endParaRPr lang="en-US" sz="1000" dirty="0"/>
          </a:p>
        </p:txBody>
      </p:sp>
      <p:sp>
        <p:nvSpPr>
          <p:cNvPr id="9" name="data-h-bar"/>
          <p:cNvSpPr/>
          <p:nvPr/>
        </p:nvSpPr>
        <p:spPr>
          <a:xfrm>
            <a:off x="7165238" y="213969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data-h"/>
          <p:cNvSpPr txBox="1"/>
          <p:nvPr/>
        </p:nvSpPr>
        <p:spPr>
          <a:xfrm>
            <a:off x="7287768" y="2103120"/>
            <a:ext cx="43552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얻어야 하는 데이터</a:t>
            </a:r>
            <a:endParaRPr lang="en-US" sz="1500" dirty="0"/>
          </a:p>
        </p:txBody>
      </p:sp>
      <p:graphicFrame>
        <p:nvGraphicFramePr>
          <p:cNvPr id="3" name="da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542032"/>
          <a:ext cx="44650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1053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데이터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한 줄 설명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12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데이터 1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무엇을 어떻게 재는지 한 줄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데이터 2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무엇을 어떻게 재는지 한 줄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데이터 3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무엇을 어떻게 재는지 한 줄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12D6A"/>
                          </a:solidFill>
                        </a:rPr>
                        <a:t>데이터 4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무엇을 어떻게 재는지 한 줄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구성 요소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구성을 한 문장으로</a:t>
            </a:r>
            <a:endParaRPr lang="en-US" sz="1350" dirty="0"/>
          </a:p>
        </p:txBody>
      </p:sp>
      <p:sp>
        <p:nvSpPr>
          <p:cNvPr id="4" name="main-frame"/>
          <p:cNvSpPr/>
          <p:nvPr/>
        </p:nvSpPr>
        <p:spPr>
          <a:xfrm>
            <a:off x="548640" y="1828800"/>
            <a:ext cx="6400800" cy="393192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main-x1"/>
          <p:cNvSpPr/>
          <p:nvPr/>
        </p:nvSpPr>
        <p:spPr>
          <a:xfrm>
            <a:off x="548640" y="1828800"/>
            <a:ext cx="6400800" cy="3931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main-x2"/>
          <p:cNvSpPr/>
          <p:nvPr/>
        </p:nvSpPr>
        <p:spPr>
          <a:xfrm flipV="1">
            <a:off x="548640" y="1828800"/>
            <a:ext cx="6400800" cy="3931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main-hint"/>
          <p:cNvSpPr txBox="1"/>
          <p:nvPr/>
        </p:nvSpPr>
        <p:spPr>
          <a:xfrm>
            <a:off x="3200400" y="361188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main-caption"/>
          <p:cNvSpPr txBox="1"/>
          <p:nvPr/>
        </p:nvSpPr>
        <p:spPr>
          <a:xfrm>
            <a:off x="548640" y="58338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2. 전체 구성</a:t>
            </a:r>
            <a:endParaRPr lang="en-US" sz="1000" dirty="0"/>
          </a:p>
        </p:txBody>
      </p:sp>
      <p:sp>
        <p:nvSpPr>
          <p:cNvPr id="9" name="part-a-frame"/>
          <p:cNvSpPr/>
          <p:nvPr/>
        </p:nvSpPr>
        <p:spPr>
          <a:xfrm>
            <a:off x="7360920" y="1828800"/>
            <a:ext cx="1737360" cy="187452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part-a-x1"/>
          <p:cNvSpPr/>
          <p:nvPr/>
        </p:nvSpPr>
        <p:spPr>
          <a:xfrm>
            <a:off x="7360920" y="1828800"/>
            <a:ext cx="1737360" cy="18745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part-a-x2"/>
          <p:cNvSpPr/>
          <p:nvPr/>
        </p:nvSpPr>
        <p:spPr>
          <a:xfrm flipV="1">
            <a:off x="7360920" y="1828800"/>
            <a:ext cx="1737360" cy="18745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part-a-hint"/>
          <p:cNvSpPr txBox="1"/>
          <p:nvPr/>
        </p:nvSpPr>
        <p:spPr>
          <a:xfrm>
            <a:off x="7680960" y="258318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13" name="part-a-caption"/>
          <p:cNvSpPr txBox="1"/>
          <p:nvPr/>
        </p:nvSpPr>
        <p:spPr>
          <a:xfrm>
            <a:off x="7360920" y="3776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3. 구성 요소 A</a:t>
            </a:r>
            <a:endParaRPr lang="en-US" sz="1000" dirty="0"/>
          </a:p>
        </p:txBody>
      </p:sp>
      <p:sp>
        <p:nvSpPr>
          <p:cNvPr id="14" name="part-a-h-bar"/>
          <p:cNvSpPr/>
          <p:nvPr/>
        </p:nvSpPr>
        <p:spPr>
          <a:xfrm>
            <a:off x="9314078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part-a-h"/>
          <p:cNvSpPr txBox="1"/>
          <p:nvPr/>
        </p:nvSpPr>
        <p:spPr>
          <a:xfrm>
            <a:off x="9436608" y="1828800"/>
            <a:ext cx="22064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구성 요소 A</a:t>
            </a:r>
            <a:endParaRPr lang="en-US" sz="1500" dirty="0"/>
          </a:p>
        </p:txBody>
      </p:sp>
      <p:sp>
        <p:nvSpPr>
          <p:cNvPr id="16" name="part-a-list"/>
          <p:cNvSpPr txBox="1"/>
          <p:nvPr/>
        </p:nvSpPr>
        <p:spPr>
          <a:xfrm>
            <a:off x="9436608" y="2240280"/>
            <a:ext cx="220644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사양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사양</a:t>
            </a:r>
            <a:endParaRPr lang="en-US" sz="1200" dirty="0"/>
          </a:p>
        </p:txBody>
      </p:sp>
      <p:sp>
        <p:nvSpPr>
          <p:cNvPr id="17" name="part-b-frame"/>
          <p:cNvSpPr/>
          <p:nvPr/>
        </p:nvSpPr>
        <p:spPr>
          <a:xfrm>
            <a:off x="7360920" y="4160520"/>
            <a:ext cx="1737360" cy="160020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part-b-x1"/>
          <p:cNvSpPr/>
          <p:nvPr/>
        </p:nvSpPr>
        <p:spPr>
          <a:xfrm>
            <a:off x="7360920" y="4160520"/>
            <a:ext cx="1737360" cy="1600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part-b-x2"/>
          <p:cNvSpPr/>
          <p:nvPr/>
        </p:nvSpPr>
        <p:spPr>
          <a:xfrm flipV="1">
            <a:off x="7360920" y="4160520"/>
            <a:ext cx="1737360" cy="1600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0" name="part-b-hint"/>
          <p:cNvSpPr txBox="1"/>
          <p:nvPr/>
        </p:nvSpPr>
        <p:spPr>
          <a:xfrm>
            <a:off x="7680960" y="477774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21" name="part-b-caption"/>
          <p:cNvSpPr txBox="1"/>
          <p:nvPr/>
        </p:nvSpPr>
        <p:spPr>
          <a:xfrm>
            <a:off x="7360920" y="5833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4. 구성 요소 B</a:t>
            </a:r>
            <a:endParaRPr lang="en-US" sz="1000" dirty="0"/>
          </a:p>
        </p:txBody>
      </p:sp>
      <p:sp>
        <p:nvSpPr>
          <p:cNvPr id="22" name="part-b-h-bar"/>
          <p:cNvSpPr/>
          <p:nvPr/>
        </p:nvSpPr>
        <p:spPr>
          <a:xfrm>
            <a:off x="9314078" y="419709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part-b-h"/>
          <p:cNvSpPr txBox="1"/>
          <p:nvPr/>
        </p:nvSpPr>
        <p:spPr>
          <a:xfrm>
            <a:off x="9436608" y="4160520"/>
            <a:ext cx="22064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구성 요소 B</a:t>
            </a:r>
            <a:endParaRPr lang="en-US" sz="1500" dirty="0"/>
          </a:p>
        </p:txBody>
      </p:sp>
      <p:sp>
        <p:nvSpPr>
          <p:cNvPr id="24" name="part-b-list"/>
          <p:cNvSpPr txBox="1"/>
          <p:nvPr/>
        </p:nvSpPr>
        <p:spPr>
          <a:xfrm>
            <a:off x="9436608" y="4572000"/>
            <a:ext cx="220644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사양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사양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6156655" y="347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Project FlowChart</a:t>
            </a:r>
            <a:endParaRPr lang="en-US" sz="1100" dirty="0"/>
          </a:p>
        </p:txBody>
      </p:sp>
      <p:sp>
        <p:nvSpPr>
          <p:cNvPr id="3" name="phases-line"/>
          <p:cNvSpPr/>
          <p:nvPr/>
        </p:nvSpPr>
        <p:spPr>
          <a:xfrm>
            <a:off x="1658082" y="3191256"/>
            <a:ext cx="887553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4" name="phases-progress"/>
          <p:cNvSpPr/>
          <p:nvPr/>
        </p:nvSpPr>
        <p:spPr>
          <a:xfrm>
            <a:off x="1658082" y="3191256"/>
            <a:ext cx="443776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phases-0-label"/>
          <p:cNvSpPr txBox="1"/>
          <p:nvPr/>
        </p:nvSpPr>
        <p:spPr>
          <a:xfrm>
            <a:off x="548640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Phase 1</a:t>
            </a:r>
            <a:endParaRPr lang="en-US" sz="1100" dirty="0"/>
          </a:p>
        </p:txBody>
      </p:sp>
      <p:sp>
        <p:nvSpPr>
          <p:cNvPr id="6" name="phases-0-halo"/>
          <p:cNvSpPr/>
          <p:nvPr/>
        </p:nvSpPr>
        <p:spPr>
          <a:xfrm>
            <a:off x="1502634" y="3035808"/>
            <a:ext cx="310896" cy="310896"/>
          </a:xfrm>
          <a:prstGeom prst="ellipse">
            <a:avLst/>
          </a:prstGeom>
          <a:solidFill>
            <a:schemeClr val="tx2">
              <a:alpha val="40000"/>
            </a:schemeClr>
          </a:solidFill>
          <a:ln/>
        </p:spPr>
      </p:sp>
      <p:sp>
        <p:nvSpPr>
          <p:cNvPr id="7" name="phases-0-dot"/>
          <p:cNvSpPr/>
          <p:nvPr/>
        </p:nvSpPr>
        <p:spPr>
          <a:xfrm>
            <a:off x="1557498" y="3090672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phases-0-title"/>
          <p:cNvSpPr txBox="1"/>
          <p:nvPr/>
        </p:nvSpPr>
        <p:spPr>
          <a:xfrm>
            <a:off x="640080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1단계</a:t>
            </a:r>
            <a:endParaRPr lang="en-US" sz="1300" dirty="0"/>
          </a:p>
        </p:txBody>
      </p:sp>
      <p:sp>
        <p:nvSpPr>
          <p:cNvPr id="9" name="phases-0-desc"/>
          <p:cNvSpPr txBox="1"/>
          <p:nvPr/>
        </p:nvSpPr>
        <p:spPr>
          <a:xfrm>
            <a:off x="658368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단계 설명을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두세 줄로</a:t>
            </a:r>
            <a:endParaRPr lang="en-US" sz="1050" dirty="0"/>
          </a:p>
        </p:txBody>
      </p:sp>
      <p:sp>
        <p:nvSpPr>
          <p:cNvPr id="10" name="phases-1-label"/>
          <p:cNvSpPr txBox="1"/>
          <p:nvPr/>
        </p:nvSpPr>
        <p:spPr>
          <a:xfrm>
            <a:off x="2767523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Phase 2</a:t>
            </a:r>
            <a:endParaRPr lang="en-US" sz="1100" dirty="0"/>
          </a:p>
        </p:txBody>
      </p:sp>
      <p:sp>
        <p:nvSpPr>
          <p:cNvPr id="11" name="phases-1-halo"/>
          <p:cNvSpPr/>
          <p:nvPr/>
        </p:nvSpPr>
        <p:spPr>
          <a:xfrm>
            <a:off x="3721517" y="3035808"/>
            <a:ext cx="310896" cy="310896"/>
          </a:xfrm>
          <a:prstGeom prst="ellipse">
            <a:avLst/>
          </a:prstGeom>
          <a:solidFill>
            <a:schemeClr val="tx2">
              <a:alpha val="40000"/>
            </a:schemeClr>
          </a:solidFill>
          <a:ln/>
        </p:spPr>
      </p:sp>
      <p:sp>
        <p:nvSpPr>
          <p:cNvPr id="12" name="phases-1-dot"/>
          <p:cNvSpPr/>
          <p:nvPr/>
        </p:nvSpPr>
        <p:spPr>
          <a:xfrm>
            <a:off x="3776381" y="3090672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phases-1-title"/>
          <p:cNvSpPr txBox="1"/>
          <p:nvPr/>
        </p:nvSpPr>
        <p:spPr>
          <a:xfrm>
            <a:off x="2858963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2단계</a:t>
            </a:r>
            <a:endParaRPr lang="en-US" sz="1300" dirty="0"/>
          </a:p>
        </p:txBody>
      </p:sp>
      <p:sp>
        <p:nvSpPr>
          <p:cNvPr id="14" name="phases-1-desc"/>
          <p:cNvSpPr txBox="1"/>
          <p:nvPr/>
        </p:nvSpPr>
        <p:spPr>
          <a:xfrm>
            <a:off x="2877251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단계 설명을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두세 줄로</a:t>
            </a:r>
            <a:endParaRPr lang="en-US" sz="1050" dirty="0"/>
          </a:p>
        </p:txBody>
      </p:sp>
      <p:sp>
        <p:nvSpPr>
          <p:cNvPr id="15" name="phases-2-label"/>
          <p:cNvSpPr txBox="1"/>
          <p:nvPr/>
        </p:nvSpPr>
        <p:spPr>
          <a:xfrm>
            <a:off x="4986406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Phase 3</a:t>
            </a:r>
            <a:endParaRPr lang="en-US" sz="1100" dirty="0"/>
          </a:p>
        </p:txBody>
      </p:sp>
      <p:sp>
        <p:nvSpPr>
          <p:cNvPr id="16" name="phases-2-halo"/>
          <p:cNvSpPr/>
          <p:nvPr/>
        </p:nvSpPr>
        <p:spPr>
          <a:xfrm>
            <a:off x="5940400" y="3035808"/>
            <a:ext cx="310896" cy="310896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17" name="phases-2-dot"/>
          <p:cNvSpPr/>
          <p:nvPr/>
        </p:nvSpPr>
        <p:spPr>
          <a:xfrm>
            <a:off x="5995264" y="309067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hases-2-title"/>
          <p:cNvSpPr txBox="1"/>
          <p:nvPr/>
        </p:nvSpPr>
        <p:spPr>
          <a:xfrm>
            <a:off x="5077846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3단계</a:t>
            </a:r>
            <a:endParaRPr lang="en-US" sz="1300" dirty="0"/>
          </a:p>
        </p:txBody>
      </p:sp>
      <p:sp>
        <p:nvSpPr>
          <p:cNvPr id="19" name="phases-2-desc"/>
          <p:cNvSpPr txBox="1"/>
          <p:nvPr/>
        </p:nvSpPr>
        <p:spPr>
          <a:xfrm>
            <a:off x="5096134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단계 설명을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두세 줄로</a:t>
            </a:r>
            <a:endParaRPr lang="en-US" sz="1050" dirty="0"/>
          </a:p>
        </p:txBody>
      </p:sp>
      <p:sp>
        <p:nvSpPr>
          <p:cNvPr id="20" name="phases-3-label"/>
          <p:cNvSpPr txBox="1"/>
          <p:nvPr/>
        </p:nvSpPr>
        <p:spPr>
          <a:xfrm>
            <a:off x="7205289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Phase 4</a:t>
            </a:r>
            <a:endParaRPr lang="en-US" sz="1100" dirty="0"/>
          </a:p>
        </p:txBody>
      </p:sp>
      <p:sp>
        <p:nvSpPr>
          <p:cNvPr id="21" name="phases-3-halo"/>
          <p:cNvSpPr/>
          <p:nvPr/>
        </p:nvSpPr>
        <p:spPr>
          <a:xfrm>
            <a:off x="8159283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phases-3-dot"/>
          <p:cNvSpPr/>
          <p:nvPr/>
        </p:nvSpPr>
        <p:spPr>
          <a:xfrm>
            <a:off x="8214147" y="309067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phases-3-title"/>
          <p:cNvSpPr txBox="1"/>
          <p:nvPr/>
        </p:nvSpPr>
        <p:spPr>
          <a:xfrm>
            <a:off x="7296729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4단계</a:t>
            </a:r>
            <a:endParaRPr lang="en-US" sz="1300" dirty="0"/>
          </a:p>
        </p:txBody>
      </p:sp>
      <p:sp>
        <p:nvSpPr>
          <p:cNvPr id="24" name="phases-3-desc"/>
          <p:cNvSpPr txBox="1"/>
          <p:nvPr/>
        </p:nvSpPr>
        <p:spPr>
          <a:xfrm>
            <a:off x="7315017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단계 설명을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두세 줄로</a:t>
            </a:r>
            <a:endParaRPr lang="en-US" sz="1050" dirty="0"/>
          </a:p>
        </p:txBody>
      </p:sp>
      <p:sp>
        <p:nvSpPr>
          <p:cNvPr id="25" name="phases-4-label"/>
          <p:cNvSpPr txBox="1"/>
          <p:nvPr/>
        </p:nvSpPr>
        <p:spPr>
          <a:xfrm>
            <a:off x="9424172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Phase 5</a:t>
            </a:r>
            <a:endParaRPr lang="en-US" sz="1100" dirty="0"/>
          </a:p>
        </p:txBody>
      </p:sp>
      <p:sp>
        <p:nvSpPr>
          <p:cNvPr id="26" name="phases-4-halo"/>
          <p:cNvSpPr/>
          <p:nvPr/>
        </p:nvSpPr>
        <p:spPr>
          <a:xfrm>
            <a:off x="10378166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7" name="phases-4-dot"/>
          <p:cNvSpPr/>
          <p:nvPr/>
        </p:nvSpPr>
        <p:spPr>
          <a:xfrm>
            <a:off x="10433030" y="309067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phases-4-title"/>
          <p:cNvSpPr txBox="1"/>
          <p:nvPr/>
        </p:nvSpPr>
        <p:spPr>
          <a:xfrm>
            <a:off x="9515612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5단계</a:t>
            </a:r>
            <a:endParaRPr lang="en-US" sz="1300" dirty="0"/>
          </a:p>
        </p:txBody>
      </p:sp>
      <p:sp>
        <p:nvSpPr>
          <p:cNvPr id="29" name="phases-4-desc"/>
          <p:cNvSpPr txBox="1"/>
          <p:nvPr/>
        </p:nvSpPr>
        <p:spPr>
          <a:xfrm>
            <a:off x="9533900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단계 설명을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두세 줄로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1단계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(한 줄 요약) ~ 확인</a:t>
            </a:r>
            <a:endParaRPr lang="en-US" sz="1350" dirty="0"/>
          </a:p>
        </p:txBody>
      </p:sp>
      <p:sp>
        <p:nvSpPr>
          <p:cNvPr id="4" name="photo-0-frame"/>
          <p:cNvSpPr/>
          <p:nvPr/>
        </p:nvSpPr>
        <p:spPr>
          <a:xfrm>
            <a:off x="548640" y="1828800"/>
            <a:ext cx="6492240" cy="384048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photo-0-x1"/>
          <p:cNvSpPr/>
          <p:nvPr/>
        </p:nvSpPr>
        <p:spPr>
          <a:xfrm>
            <a:off x="548640" y="1828800"/>
            <a:ext cx="6492240" cy="38404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photo-0-x2"/>
          <p:cNvSpPr/>
          <p:nvPr/>
        </p:nvSpPr>
        <p:spPr>
          <a:xfrm flipV="1">
            <a:off x="548640" y="1828800"/>
            <a:ext cx="6492240" cy="38404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photo-0-hint"/>
          <p:cNvSpPr txBox="1"/>
          <p:nvPr/>
        </p:nvSpPr>
        <p:spPr>
          <a:xfrm>
            <a:off x="3246120" y="356616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photo-0-caption"/>
          <p:cNvSpPr txBox="1"/>
          <p:nvPr/>
        </p:nvSpPr>
        <p:spPr>
          <a:xfrm>
            <a:off x="548640" y="57424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5. 사진 설명</a:t>
            </a:r>
            <a:endParaRPr lang="en-US" sz="1000" dirty="0"/>
          </a:p>
        </p:txBody>
      </p:sp>
      <p:sp>
        <p:nvSpPr>
          <p:cNvPr id="9" name="sec-0-bar"/>
          <p:cNvSpPr/>
          <p:nvPr/>
        </p:nvSpPr>
        <p:spPr>
          <a:xfrm>
            <a:off x="7439558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sec-0"/>
          <p:cNvSpPr txBox="1"/>
          <p:nvPr/>
        </p:nvSpPr>
        <p:spPr>
          <a:xfrm>
            <a:off x="7562088" y="1828800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진행 내용</a:t>
            </a:r>
            <a:endParaRPr lang="en-US" sz="1500" dirty="0"/>
          </a:p>
        </p:txBody>
      </p:sp>
      <p:sp>
        <p:nvSpPr>
          <p:cNvPr id="11" name="sec-0-list"/>
          <p:cNvSpPr txBox="1"/>
          <p:nvPr/>
        </p:nvSpPr>
        <p:spPr>
          <a:xfrm>
            <a:off x="7562088" y="2240280"/>
            <a:ext cx="4080967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내용 ~ 완료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내용 ~ 확인</a:t>
            </a:r>
            <a:endParaRPr lang="en-US" sz="1300" dirty="0"/>
          </a:p>
        </p:txBody>
      </p:sp>
      <p:sp>
        <p:nvSpPr>
          <p:cNvPr id="12" name="sec-1-bar"/>
          <p:cNvSpPr/>
          <p:nvPr/>
        </p:nvSpPr>
        <p:spPr>
          <a:xfrm>
            <a:off x="7439558" y="320268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sec-1"/>
          <p:cNvSpPr txBox="1"/>
          <p:nvPr/>
        </p:nvSpPr>
        <p:spPr>
          <a:xfrm>
            <a:off x="7562088" y="3166110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Progress</a:t>
            </a:r>
            <a:endParaRPr lang="en-US" sz="1500" dirty="0"/>
          </a:p>
        </p:txBody>
      </p:sp>
      <p:sp>
        <p:nvSpPr>
          <p:cNvPr id="14" name="sec-1-list"/>
          <p:cNvSpPr txBox="1"/>
          <p:nvPr/>
        </p:nvSpPr>
        <p:spPr>
          <a:xfrm>
            <a:off x="7562088" y="3577590"/>
            <a:ext cx="4080967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(item) done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(item) confirmed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1단계 — 테스트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(한 줄 요약) ~ 완료</a:t>
            </a:r>
            <a:endParaRPr lang="en-US" sz="1350" dirty="0"/>
          </a:p>
        </p:txBody>
      </p:sp>
      <p:sp>
        <p:nvSpPr>
          <p:cNvPr id="4" name="photo-0-frame"/>
          <p:cNvSpPr/>
          <p:nvPr/>
        </p:nvSpPr>
        <p:spPr>
          <a:xfrm>
            <a:off x="548640" y="1828800"/>
            <a:ext cx="6492240" cy="384048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photo-0-x1"/>
          <p:cNvSpPr/>
          <p:nvPr/>
        </p:nvSpPr>
        <p:spPr>
          <a:xfrm>
            <a:off x="548640" y="1828800"/>
            <a:ext cx="6492240" cy="38404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photo-0-x2"/>
          <p:cNvSpPr/>
          <p:nvPr/>
        </p:nvSpPr>
        <p:spPr>
          <a:xfrm flipV="1">
            <a:off x="548640" y="1828800"/>
            <a:ext cx="6492240" cy="38404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photo-0-hint"/>
          <p:cNvSpPr txBox="1"/>
          <p:nvPr/>
        </p:nvSpPr>
        <p:spPr>
          <a:xfrm>
            <a:off x="3246120" y="356616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photo-0-caption"/>
          <p:cNvSpPr txBox="1"/>
          <p:nvPr/>
        </p:nvSpPr>
        <p:spPr>
          <a:xfrm>
            <a:off x="548640" y="574243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6. 화면 캡처</a:t>
            </a:r>
            <a:endParaRPr lang="en-US" sz="1000" dirty="0"/>
          </a:p>
        </p:txBody>
      </p:sp>
      <p:sp>
        <p:nvSpPr>
          <p:cNvPr id="9" name="sec-0-bar"/>
          <p:cNvSpPr/>
          <p:nvPr/>
        </p:nvSpPr>
        <p:spPr>
          <a:xfrm>
            <a:off x="7439558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sec-0"/>
          <p:cNvSpPr txBox="1"/>
          <p:nvPr/>
        </p:nvSpPr>
        <p:spPr>
          <a:xfrm>
            <a:off x="7562088" y="1828800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진행 내용</a:t>
            </a:r>
            <a:endParaRPr lang="en-US" sz="1500" dirty="0"/>
          </a:p>
        </p:txBody>
      </p:sp>
      <p:sp>
        <p:nvSpPr>
          <p:cNvPr id="11" name="sec-0-list"/>
          <p:cNvSpPr txBox="1"/>
          <p:nvPr/>
        </p:nvSpPr>
        <p:spPr>
          <a:xfrm>
            <a:off x="7562088" y="2240280"/>
            <a:ext cx="4080967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내용 ~ 완료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내용 ~ 확인</a:t>
            </a:r>
            <a:endParaRPr lang="en-US" sz="1300" dirty="0"/>
          </a:p>
        </p:txBody>
      </p:sp>
      <p:sp>
        <p:nvSpPr>
          <p:cNvPr id="12" name="sec-1-bar"/>
          <p:cNvSpPr/>
          <p:nvPr/>
        </p:nvSpPr>
        <p:spPr>
          <a:xfrm>
            <a:off x="7439558" y="320268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sec-1"/>
          <p:cNvSpPr txBox="1"/>
          <p:nvPr/>
        </p:nvSpPr>
        <p:spPr>
          <a:xfrm>
            <a:off x="7562088" y="3166110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Progress</a:t>
            </a:r>
            <a:endParaRPr lang="en-US" sz="1500" dirty="0"/>
          </a:p>
        </p:txBody>
      </p:sp>
      <p:sp>
        <p:nvSpPr>
          <p:cNvPr id="14" name="sec-1-list"/>
          <p:cNvSpPr txBox="1"/>
          <p:nvPr/>
        </p:nvSpPr>
        <p:spPr>
          <a:xfrm>
            <a:off x="7562088" y="3577590"/>
            <a:ext cx="4080967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(item) done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(item) confirmed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2단계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(한 줄 요약) ~ 확인</a:t>
            </a:r>
            <a:endParaRPr lang="en-US" sz="1350" dirty="0"/>
          </a:p>
        </p:txBody>
      </p:sp>
      <p:sp>
        <p:nvSpPr>
          <p:cNvPr id="4" name="photo-0-frame"/>
          <p:cNvSpPr/>
          <p:nvPr/>
        </p:nvSpPr>
        <p:spPr>
          <a:xfrm>
            <a:off x="914400" y="2331720"/>
            <a:ext cx="3088538" cy="265176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photo-0-x1"/>
          <p:cNvSpPr/>
          <p:nvPr/>
        </p:nvSpPr>
        <p:spPr>
          <a:xfrm>
            <a:off x="914400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photo-0-x2"/>
          <p:cNvSpPr/>
          <p:nvPr/>
        </p:nvSpPr>
        <p:spPr>
          <a:xfrm flipV="1">
            <a:off x="914400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photo-0-hint"/>
          <p:cNvSpPr txBox="1"/>
          <p:nvPr/>
        </p:nvSpPr>
        <p:spPr>
          <a:xfrm>
            <a:off x="1910029" y="34747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photo-0-caption"/>
          <p:cNvSpPr txBox="1"/>
          <p:nvPr/>
        </p:nvSpPr>
        <p:spPr>
          <a:xfrm>
            <a:off x="914400" y="505663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7. 입력</a:t>
            </a:r>
            <a:endParaRPr lang="en-US" sz="1000" dirty="0"/>
          </a:p>
        </p:txBody>
      </p:sp>
      <p:sp>
        <p:nvSpPr>
          <p:cNvPr id="9" name="photo-1-frame"/>
          <p:cNvSpPr/>
          <p:nvPr/>
        </p:nvSpPr>
        <p:spPr>
          <a:xfrm>
            <a:off x="4551578" y="2331720"/>
            <a:ext cx="3088538" cy="265176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photo-1-x1"/>
          <p:cNvSpPr/>
          <p:nvPr/>
        </p:nvSpPr>
        <p:spPr>
          <a:xfrm>
            <a:off x="4551578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photo-1-x2"/>
          <p:cNvSpPr/>
          <p:nvPr/>
        </p:nvSpPr>
        <p:spPr>
          <a:xfrm flipV="1">
            <a:off x="4551578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photo-1-hint"/>
          <p:cNvSpPr txBox="1"/>
          <p:nvPr/>
        </p:nvSpPr>
        <p:spPr>
          <a:xfrm>
            <a:off x="5547208" y="34747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13" name="photo-1-caption"/>
          <p:cNvSpPr txBox="1"/>
          <p:nvPr/>
        </p:nvSpPr>
        <p:spPr>
          <a:xfrm>
            <a:off x="4551578" y="505663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8. 중간 결과</a:t>
            </a:r>
            <a:endParaRPr lang="en-US" sz="1000" dirty="0"/>
          </a:p>
        </p:txBody>
      </p:sp>
      <p:sp>
        <p:nvSpPr>
          <p:cNvPr id="14" name="photo-2-frame"/>
          <p:cNvSpPr/>
          <p:nvPr/>
        </p:nvSpPr>
        <p:spPr>
          <a:xfrm>
            <a:off x="8188757" y="2331720"/>
            <a:ext cx="3088538" cy="265176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photo-2-x1"/>
          <p:cNvSpPr/>
          <p:nvPr/>
        </p:nvSpPr>
        <p:spPr>
          <a:xfrm>
            <a:off x="8188757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6" name="photo-2-x2"/>
          <p:cNvSpPr/>
          <p:nvPr/>
        </p:nvSpPr>
        <p:spPr>
          <a:xfrm flipV="1">
            <a:off x="8188757" y="2331720"/>
            <a:ext cx="3088538" cy="26517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7" name="photo-2-hint"/>
          <p:cNvSpPr txBox="1"/>
          <p:nvPr/>
        </p:nvSpPr>
        <p:spPr>
          <a:xfrm>
            <a:off x="9184386" y="34747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18" name="photo-2-caption"/>
          <p:cNvSpPr txBox="1"/>
          <p:nvPr/>
        </p:nvSpPr>
        <p:spPr>
          <a:xfrm>
            <a:off x="8188757" y="505663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9. 최종 결과</a:t>
            </a:r>
            <a:endParaRPr lang="en-US" sz="1000" dirty="0"/>
          </a:p>
        </p:txBody>
      </p:sp>
      <p:sp>
        <p:nvSpPr>
          <p:cNvPr id="19" name="flow-0"/>
          <p:cNvSpPr/>
          <p:nvPr/>
        </p:nvSpPr>
        <p:spPr>
          <a:xfrm>
            <a:off x="4112666" y="365760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20" name="flow-1"/>
          <p:cNvSpPr/>
          <p:nvPr/>
        </p:nvSpPr>
        <p:spPr>
          <a:xfrm>
            <a:off x="7749845" y="365760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3단계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(장비) 10월 3주차 입고 예정</a:t>
            </a:r>
            <a:endParaRPr lang="en-US" sz="1350" dirty="0"/>
          </a:p>
        </p:txBody>
      </p:sp>
      <p:sp>
        <p:nvSpPr>
          <p:cNvPr id="4" name="sec-0-bar"/>
          <p:cNvSpPr/>
          <p:nvPr/>
        </p:nvSpPr>
        <p:spPr>
          <a:xfrm>
            <a:off x="7439558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sec-0"/>
          <p:cNvSpPr txBox="1"/>
          <p:nvPr/>
        </p:nvSpPr>
        <p:spPr>
          <a:xfrm>
            <a:off x="7562088" y="1828800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진행 내용</a:t>
            </a:r>
            <a:endParaRPr lang="en-US" sz="1500" dirty="0"/>
          </a:p>
        </p:txBody>
      </p:sp>
      <p:sp>
        <p:nvSpPr>
          <p:cNvPr id="6" name="sec-0-list"/>
          <p:cNvSpPr txBox="1"/>
          <p:nvPr/>
        </p:nvSpPr>
        <p:spPr>
          <a:xfrm>
            <a:off x="7562088" y="2240280"/>
            <a:ext cx="4080967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(장비) 10월 3주차 입고 예정</a:t>
            </a:r>
            <a:endParaRPr lang="en-US" sz="1300" dirty="0"/>
          </a:p>
        </p:txBody>
      </p:sp>
      <p:sp>
        <p:nvSpPr>
          <p:cNvPr id="7" name="sec-1-bar"/>
          <p:cNvSpPr/>
          <p:nvPr/>
        </p:nvSpPr>
        <p:spPr>
          <a:xfrm>
            <a:off x="7439558" y="2945511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sec-1"/>
          <p:cNvSpPr txBox="1"/>
          <p:nvPr/>
        </p:nvSpPr>
        <p:spPr>
          <a:xfrm>
            <a:off x="7562088" y="2908935"/>
            <a:ext cx="40809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Progress</a:t>
            </a:r>
            <a:endParaRPr lang="en-US" sz="1500" dirty="0"/>
          </a:p>
        </p:txBody>
      </p:sp>
      <p:sp>
        <p:nvSpPr>
          <p:cNvPr id="9" name="sec-1-list"/>
          <p:cNvSpPr txBox="1"/>
          <p:nvPr/>
        </p:nvSpPr>
        <p:spPr>
          <a:xfrm>
            <a:off x="7562088" y="3320415"/>
            <a:ext cx="4080967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(equipment) arrives in week 3 of October</a:t>
            </a:r>
            <a:endParaRPr lang="en-US" sz="1300" dirty="0"/>
          </a:p>
        </p:txBody>
      </p:sp>
      <p:sp>
        <p:nvSpPr>
          <p:cNvPr id="10" name="month-card"/>
          <p:cNvSpPr/>
          <p:nvPr/>
        </p:nvSpPr>
        <p:spPr>
          <a:xfrm>
            <a:off x="548640" y="1828800"/>
            <a:ext cx="649224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month-month"/>
          <p:cNvSpPr txBox="1"/>
          <p:nvPr/>
        </p:nvSpPr>
        <p:spPr>
          <a:xfrm>
            <a:off x="822960" y="199339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10월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   2026</a:t>
            </a:r>
            <a:endParaRPr lang="en-US" sz="1400" dirty="0"/>
          </a:p>
        </p:txBody>
      </p:sp>
      <p:sp>
        <p:nvSpPr>
          <p:cNvPr id="12" name="month-dow-0"/>
          <p:cNvSpPr txBox="1"/>
          <p:nvPr/>
        </p:nvSpPr>
        <p:spPr>
          <a:xfrm>
            <a:off x="822960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일</a:t>
            </a:r>
            <a:endParaRPr lang="en-US" sz="1050" dirty="0"/>
          </a:p>
        </p:txBody>
      </p:sp>
      <p:sp>
        <p:nvSpPr>
          <p:cNvPr id="13" name="month-dow-1"/>
          <p:cNvSpPr txBox="1"/>
          <p:nvPr/>
        </p:nvSpPr>
        <p:spPr>
          <a:xfrm>
            <a:off x="1672046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월</a:t>
            </a:r>
            <a:endParaRPr lang="en-US" sz="1050" dirty="0"/>
          </a:p>
        </p:txBody>
      </p:sp>
      <p:sp>
        <p:nvSpPr>
          <p:cNvPr id="14" name="month-dow-2"/>
          <p:cNvSpPr txBox="1"/>
          <p:nvPr/>
        </p:nvSpPr>
        <p:spPr>
          <a:xfrm>
            <a:off x="2521131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화</a:t>
            </a:r>
            <a:endParaRPr lang="en-US" sz="1050" dirty="0"/>
          </a:p>
        </p:txBody>
      </p:sp>
      <p:sp>
        <p:nvSpPr>
          <p:cNvPr id="15" name="month-dow-3"/>
          <p:cNvSpPr txBox="1"/>
          <p:nvPr/>
        </p:nvSpPr>
        <p:spPr>
          <a:xfrm>
            <a:off x="3370217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수</a:t>
            </a:r>
            <a:endParaRPr lang="en-US" sz="1050" dirty="0"/>
          </a:p>
        </p:txBody>
      </p:sp>
      <p:sp>
        <p:nvSpPr>
          <p:cNvPr id="16" name="month-dow-4"/>
          <p:cNvSpPr txBox="1"/>
          <p:nvPr/>
        </p:nvSpPr>
        <p:spPr>
          <a:xfrm>
            <a:off x="4219303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목</a:t>
            </a:r>
            <a:endParaRPr lang="en-US" sz="1050" dirty="0"/>
          </a:p>
        </p:txBody>
      </p:sp>
      <p:sp>
        <p:nvSpPr>
          <p:cNvPr id="17" name="month-dow-5"/>
          <p:cNvSpPr txBox="1"/>
          <p:nvPr/>
        </p:nvSpPr>
        <p:spPr>
          <a:xfrm>
            <a:off x="5068389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금</a:t>
            </a:r>
            <a:endParaRPr lang="en-US" sz="1050" dirty="0"/>
          </a:p>
        </p:txBody>
      </p:sp>
      <p:sp>
        <p:nvSpPr>
          <p:cNvPr id="18" name="month-dow-6"/>
          <p:cNvSpPr txBox="1"/>
          <p:nvPr/>
        </p:nvSpPr>
        <p:spPr>
          <a:xfrm>
            <a:off x="5917474" y="2633472"/>
            <a:ext cx="849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토</a:t>
            </a:r>
            <a:endParaRPr lang="en-US" sz="1050" dirty="0"/>
          </a:p>
        </p:txBody>
      </p:sp>
      <p:sp>
        <p:nvSpPr>
          <p:cNvPr id="19" name="month-mark-0"/>
          <p:cNvSpPr/>
          <p:nvPr/>
        </p:nvSpPr>
        <p:spPr>
          <a:xfrm>
            <a:off x="1726910" y="4626864"/>
            <a:ext cx="4135701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20" name="month-mark-0-label"/>
          <p:cNvSpPr txBox="1"/>
          <p:nvPr/>
        </p:nvSpPr>
        <p:spPr>
          <a:xfrm>
            <a:off x="1726910" y="4901184"/>
            <a:ext cx="413570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입고 예정</a:t>
            </a:r>
            <a:endParaRPr lang="en-US" sz="1050" dirty="0"/>
          </a:p>
        </p:txBody>
      </p:sp>
      <p:sp>
        <p:nvSpPr>
          <p:cNvPr id="21" name="month-d0"/>
          <p:cNvSpPr txBox="1"/>
          <p:nvPr/>
        </p:nvSpPr>
        <p:spPr>
          <a:xfrm>
            <a:off x="822960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27</a:t>
            </a:r>
            <a:endParaRPr lang="en-US" sz="1200" dirty="0"/>
          </a:p>
        </p:txBody>
      </p:sp>
      <p:sp>
        <p:nvSpPr>
          <p:cNvPr id="22" name="month-d1"/>
          <p:cNvSpPr txBox="1"/>
          <p:nvPr/>
        </p:nvSpPr>
        <p:spPr>
          <a:xfrm>
            <a:off x="1672046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28</a:t>
            </a:r>
            <a:endParaRPr lang="en-US" sz="1200" dirty="0"/>
          </a:p>
        </p:txBody>
      </p:sp>
      <p:sp>
        <p:nvSpPr>
          <p:cNvPr id="23" name="month-d2"/>
          <p:cNvSpPr txBox="1"/>
          <p:nvPr/>
        </p:nvSpPr>
        <p:spPr>
          <a:xfrm>
            <a:off x="2521131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29</a:t>
            </a:r>
            <a:endParaRPr lang="en-US" sz="1200" dirty="0"/>
          </a:p>
        </p:txBody>
      </p:sp>
      <p:sp>
        <p:nvSpPr>
          <p:cNvPr id="24" name="month-d3"/>
          <p:cNvSpPr txBox="1"/>
          <p:nvPr/>
        </p:nvSpPr>
        <p:spPr>
          <a:xfrm>
            <a:off x="3370217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30</a:t>
            </a:r>
            <a:endParaRPr lang="en-US" sz="1200" dirty="0"/>
          </a:p>
        </p:txBody>
      </p:sp>
      <p:sp>
        <p:nvSpPr>
          <p:cNvPr id="25" name="month-d4"/>
          <p:cNvSpPr txBox="1"/>
          <p:nvPr/>
        </p:nvSpPr>
        <p:spPr>
          <a:xfrm>
            <a:off x="4219303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month-d5"/>
          <p:cNvSpPr txBox="1"/>
          <p:nvPr/>
        </p:nvSpPr>
        <p:spPr>
          <a:xfrm>
            <a:off x="5068389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month-d6"/>
          <p:cNvSpPr txBox="1"/>
          <p:nvPr/>
        </p:nvSpPr>
        <p:spPr>
          <a:xfrm>
            <a:off x="5917474" y="2990088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month-d7"/>
          <p:cNvSpPr txBox="1"/>
          <p:nvPr/>
        </p:nvSpPr>
        <p:spPr>
          <a:xfrm>
            <a:off x="822960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month-d8"/>
          <p:cNvSpPr txBox="1"/>
          <p:nvPr/>
        </p:nvSpPr>
        <p:spPr>
          <a:xfrm>
            <a:off x="1672046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month-d9"/>
          <p:cNvSpPr txBox="1"/>
          <p:nvPr/>
        </p:nvSpPr>
        <p:spPr>
          <a:xfrm>
            <a:off x="2521131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month-d10"/>
          <p:cNvSpPr txBox="1"/>
          <p:nvPr/>
        </p:nvSpPr>
        <p:spPr>
          <a:xfrm>
            <a:off x="3370217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month-d11"/>
          <p:cNvSpPr txBox="1"/>
          <p:nvPr/>
        </p:nvSpPr>
        <p:spPr>
          <a:xfrm>
            <a:off x="4219303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33" name="month-d12"/>
          <p:cNvSpPr txBox="1"/>
          <p:nvPr/>
        </p:nvSpPr>
        <p:spPr>
          <a:xfrm>
            <a:off x="5068389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34" name="month-d13"/>
          <p:cNvSpPr txBox="1"/>
          <p:nvPr/>
        </p:nvSpPr>
        <p:spPr>
          <a:xfrm>
            <a:off x="5917474" y="3520440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35" name="month-d14"/>
          <p:cNvSpPr txBox="1"/>
          <p:nvPr/>
        </p:nvSpPr>
        <p:spPr>
          <a:xfrm>
            <a:off x="822960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11</a:t>
            </a:r>
            <a:endParaRPr lang="en-US" sz="1200" dirty="0"/>
          </a:p>
        </p:txBody>
      </p:sp>
      <p:sp>
        <p:nvSpPr>
          <p:cNvPr id="36" name="month-d15"/>
          <p:cNvSpPr txBox="1"/>
          <p:nvPr/>
        </p:nvSpPr>
        <p:spPr>
          <a:xfrm>
            <a:off x="1672046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</a:t>
            </a:r>
            <a:endParaRPr lang="en-US" sz="1200" dirty="0"/>
          </a:p>
        </p:txBody>
      </p:sp>
      <p:sp>
        <p:nvSpPr>
          <p:cNvPr id="37" name="month-d16"/>
          <p:cNvSpPr txBox="1"/>
          <p:nvPr/>
        </p:nvSpPr>
        <p:spPr>
          <a:xfrm>
            <a:off x="2521131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13</a:t>
            </a:r>
            <a:endParaRPr lang="en-US" sz="1200" dirty="0"/>
          </a:p>
        </p:txBody>
      </p:sp>
      <p:sp>
        <p:nvSpPr>
          <p:cNvPr id="38" name="month-d17"/>
          <p:cNvSpPr txBox="1"/>
          <p:nvPr/>
        </p:nvSpPr>
        <p:spPr>
          <a:xfrm>
            <a:off x="3370217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14</a:t>
            </a:r>
            <a:endParaRPr lang="en-US" sz="1200" dirty="0"/>
          </a:p>
        </p:txBody>
      </p:sp>
      <p:sp>
        <p:nvSpPr>
          <p:cNvPr id="39" name="month-d18"/>
          <p:cNvSpPr txBox="1"/>
          <p:nvPr/>
        </p:nvSpPr>
        <p:spPr>
          <a:xfrm>
            <a:off x="4219303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15</a:t>
            </a:r>
            <a:endParaRPr lang="en-US" sz="1200" dirty="0"/>
          </a:p>
        </p:txBody>
      </p:sp>
      <p:sp>
        <p:nvSpPr>
          <p:cNvPr id="40" name="month-d19"/>
          <p:cNvSpPr txBox="1"/>
          <p:nvPr/>
        </p:nvSpPr>
        <p:spPr>
          <a:xfrm>
            <a:off x="5068389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en-US" sz="1200" dirty="0"/>
          </a:p>
        </p:txBody>
      </p:sp>
      <p:sp>
        <p:nvSpPr>
          <p:cNvPr id="41" name="month-d20"/>
          <p:cNvSpPr txBox="1"/>
          <p:nvPr/>
        </p:nvSpPr>
        <p:spPr>
          <a:xfrm>
            <a:off x="5917474" y="4050792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</a:t>
            </a:r>
            <a:endParaRPr lang="en-US" sz="1200" dirty="0"/>
          </a:p>
        </p:txBody>
      </p:sp>
      <p:sp>
        <p:nvSpPr>
          <p:cNvPr id="42" name="month-d21"/>
          <p:cNvSpPr txBox="1"/>
          <p:nvPr/>
        </p:nvSpPr>
        <p:spPr>
          <a:xfrm>
            <a:off x="822960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18</a:t>
            </a:r>
            <a:endParaRPr lang="en-US" sz="1200" dirty="0"/>
          </a:p>
        </p:txBody>
      </p:sp>
      <p:sp>
        <p:nvSpPr>
          <p:cNvPr id="43" name="month-d22"/>
          <p:cNvSpPr txBox="1"/>
          <p:nvPr/>
        </p:nvSpPr>
        <p:spPr>
          <a:xfrm>
            <a:off x="1672046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19</a:t>
            </a:r>
            <a:endParaRPr lang="en-US" sz="1200" dirty="0"/>
          </a:p>
        </p:txBody>
      </p:sp>
      <p:sp>
        <p:nvSpPr>
          <p:cNvPr id="44" name="month-d23"/>
          <p:cNvSpPr txBox="1"/>
          <p:nvPr/>
        </p:nvSpPr>
        <p:spPr>
          <a:xfrm>
            <a:off x="2521131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20</a:t>
            </a:r>
            <a:endParaRPr lang="en-US" sz="1200" dirty="0"/>
          </a:p>
        </p:txBody>
      </p:sp>
      <p:sp>
        <p:nvSpPr>
          <p:cNvPr id="45" name="month-d24"/>
          <p:cNvSpPr txBox="1"/>
          <p:nvPr/>
        </p:nvSpPr>
        <p:spPr>
          <a:xfrm>
            <a:off x="3370217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21</a:t>
            </a:r>
            <a:endParaRPr lang="en-US" sz="1200" dirty="0"/>
          </a:p>
        </p:txBody>
      </p:sp>
      <p:sp>
        <p:nvSpPr>
          <p:cNvPr id="46" name="month-d25"/>
          <p:cNvSpPr txBox="1"/>
          <p:nvPr/>
        </p:nvSpPr>
        <p:spPr>
          <a:xfrm>
            <a:off x="4219303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22</a:t>
            </a:r>
            <a:endParaRPr lang="en-US" sz="1200" dirty="0"/>
          </a:p>
        </p:txBody>
      </p:sp>
      <p:sp>
        <p:nvSpPr>
          <p:cNvPr id="47" name="month-d26"/>
          <p:cNvSpPr txBox="1"/>
          <p:nvPr/>
        </p:nvSpPr>
        <p:spPr>
          <a:xfrm>
            <a:off x="5068389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23</a:t>
            </a:r>
            <a:endParaRPr lang="en-US" sz="1200" dirty="0"/>
          </a:p>
        </p:txBody>
      </p:sp>
      <p:sp>
        <p:nvSpPr>
          <p:cNvPr id="48" name="month-d27"/>
          <p:cNvSpPr txBox="1"/>
          <p:nvPr/>
        </p:nvSpPr>
        <p:spPr>
          <a:xfrm>
            <a:off x="5917474" y="4581144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24</a:t>
            </a:r>
            <a:endParaRPr lang="en-US" sz="1200" dirty="0"/>
          </a:p>
        </p:txBody>
      </p:sp>
      <p:sp>
        <p:nvSpPr>
          <p:cNvPr id="49" name="month-d28"/>
          <p:cNvSpPr txBox="1"/>
          <p:nvPr/>
        </p:nvSpPr>
        <p:spPr>
          <a:xfrm>
            <a:off x="822960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25</a:t>
            </a:r>
            <a:endParaRPr lang="en-US" sz="1200" dirty="0"/>
          </a:p>
        </p:txBody>
      </p:sp>
      <p:sp>
        <p:nvSpPr>
          <p:cNvPr id="50" name="month-d29"/>
          <p:cNvSpPr txBox="1"/>
          <p:nvPr/>
        </p:nvSpPr>
        <p:spPr>
          <a:xfrm>
            <a:off x="1672046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26</a:t>
            </a:r>
            <a:endParaRPr lang="en-US" sz="1200" dirty="0"/>
          </a:p>
        </p:txBody>
      </p:sp>
      <p:sp>
        <p:nvSpPr>
          <p:cNvPr id="51" name="month-d30"/>
          <p:cNvSpPr txBox="1"/>
          <p:nvPr/>
        </p:nvSpPr>
        <p:spPr>
          <a:xfrm>
            <a:off x="2521131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27</a:t>
            </a:r>
            <a:endParaRPr lang="en-US" sz="1200" dirty="0"/>
          </a:p>
        </p:txBody>
      </p:sp>
      <p:sp>
        <p:nvSpPr>
          <p:cNvPr id="52" name="month-d31"/>
          <p:cNvSpPr txBox="1"/>
          <p:nvPr/>
        </p:nvSpPr>
        <p:spPr>
          <a:xfrm>
            <a:off x="3370217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28</a:t>
            </a:r>
            <a:endParaRPr lang="en-US" sz="1200" dirty="0"/>
          </a:p>
        </p:txBody>
      </p:sp>
      <p:sp>
        <p:nvSpPr>
          <p:cNvPr id="53" name="month-d32"/>
          <p:cNvSpPr txBox="1"/>
          <p:nvPr/>
        </p:nvSpPr>
        <p:spPr>
          <a:xfrm>
            <a:off x="4219303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29</a:t>
            </a:r>
            <a:endParaRPr lang="en-US" sz="1200" dirty="0"/>
          </a:p>
        </p:txBody>
      </p:sp>
      <p:sp>
        <p:nvSpPr>
          <p:cNvPr id="54" name="month-d33"/>
          <p:cNvSpPr txBox="1"/>
          <p:nvPr/>
        </p:nvSpPr>
        <p:spPr>
          <a:xfrm>
            <a:off x="5068389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</a:t>
            </a:r>
            <a:endParaRPr lang="en-US" sz="1200" dirty="0"/>
          </a:p>
        </p:txBody>
      </p:sp>
      <p:sp>
        <p:nvSpPr>
          <p:cNvPr id="55" name="month-d34"/>
          <p:cNvSpPr txBox="1"/>
          <p:nvPr/>
        </p:nvSpPr>
        <p:spPr>
          <a:xfrm>
            <a:off x="5917474" y="5111496"/>
            <a:ext cx="8490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4단계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(협의 필요 사항) — 아직 미착수</a:t>
            </a:r>
            <a:endParaRPr lang="en-US" sz="1350" dirty="0"/>
          </a:p>
        </p:txBody>
      </p:sp>
      <p:sp>
        <p:nvSpPr>
          <p:cNvPr id="4" name="sec-0-bar"/>
          <p:cNvSpPr/>
          <p:nvPr/>
        </p:nvSpPr>
        <p:spPr>
          <a:xfrm>
            <a:off x="535838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sec-0"/>
          <p:cNvSpPr txBox="1"/>
          <p:nvPr/>
        </p:nvSpPr>
        <p:spPr>
          <a:xfrm>
            <a:off x="658368" y="1828800"/>
            <a:ext cx="520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진행 내용</a:t>
            </a:r>
            <a:endParaRPr lang="en-US" sz="1500" dirty="0"/>
          </a:p>
        </p:txBody>
      </p:sp>
      <p:sp>
        <p:nvSpPr>
          <p:cNvPr id="6" name="sec-0-list"/>
          <p:cNvSpPr txBox="1"/>
          <p:nvPr/>
        </p:nvSpPr>
        <p:spPr>
          <a:xfrm>
            <a:off x="658368" y="2240280"/>
            <a:ext cx="52088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(누구) 와 (무엇) 협의 필요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협의 전까지 미착수</a:t>
            </a:r>
            <a:endParaRPr lang="en-US" sz="1300" dirty="0"/>
          </a:p>
        </p:txBody>
      </p:sp>
      <p:sp>
        <p:nvSpPr>
          <p:cNvPr id="7" name="sec-1-bar"/>
          <p:cNvSpPr/>
          <p:nvPr/>
        </p:nvSpPr>
        <p:spPr>
          <a:xfrm>
            <a:off x="6311646" y="1865376"/>
            <a:ext cx="25603" cy="23774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sec-1"/>
          <p:cNvSpPr txBox="1"/>
          <p:nvPr/>
        </p:nvSpPr>
        <p:spPr>
          <a:xfrm>
            <a:off x="6434176" y="1828800"/>
            <a:ext cx="520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Progress</a:t>
            </a:r>
            <a:endParaRPr lang="en-US" sz="1500" dirty="0"/>
          </a:p>
        </p:txBody>
      </p:sp>
      <p:sp>
        <p:nvSpPr>
          <p:cNvPr id="9" name="sec-1-list"/>
          <p:cNvSpPr txBox="1"/>
          <p:nvPr/>
        </p:nvSpPr>
        <p:spPr>
          <a:xfrm>
            <a:off x="6434176" y="2240280"/>
            <a:ext cx="52088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(what) to be agreed with (whom)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started until then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전체 시퀀스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한 사이클 — 순서대로 진행하고 반복</a:t>
            </a:r>
            <a:endParaRPr lang="en-US" sz="1350" dirty="0"/>
          </a:p>
        </p:txBody>
      </p:sp>
      <p:sp>
        <p:nvSpPr>
          <p:cNvPr id="4" name="seq-loop"/>
          <p:cNvSpPr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" name="seq-loop-tab"/>
          <p:cNvSpPr/>
          <p:nvPr/>
        </p:nvSpPr>
        <p:spPr>
          <a:xfrm>
            <a:off x="548640" y="1463040"/>
            <a:ext cx="640080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loop</a:t>
            </a:r>
            <a:endParaRPr lang="en-US" sz="1000" dirty="0"/>
          </a:p>
        </p:txBody>
      </p:sp>
      <p:sp>
        <p:nvSpPr>
          <p:cNvPr id="6" name="seq-0-title"/>
          <p:cNvSpPr txBox="1"/>
          <p:nvPr/>
        </p:nvSpPr>
        <p:spPr>
          <a:xfrm>
            <a:off x="777240" y="1792224"/>
            <a:ext cx="4382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Pick</a:t>
            </a:r>
            <a:endParaRPr lang="en-US" sz="1300" dirty="0"/>
          </a:p>
        </p:txBody>
      </p:sp>
      <p:sp>
        <p:nvSpPr>
          <p:cNvPr id="7" name="seq-0-lane-0"/>
          <p:cNvSpPr/>
          <p:nvPr/>
        </p:nvSpPr>
        <p:spPr>
          <a:xfrm>
            <a:off x="1051560" y="2157984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로봇</a:t>
            </a:r>
            <a:endParaRPr lang="en-US" sz="1100" dirty="0"/>
          </a:p>
        </p:txBody>
      </p:sp>
      <p:sp>
        <p:nvSpPr>
          <p:cNvPr id="8" name="seq-0-life-0"/>
          <p:cNvSpPr/>
          <p:nvPr/>
        </p:nvSpPr>
        <p:spPr>
          <a:xfrm rot="5400000">
            <a:off x="-18288" y="4251960"/>
            <a:ext cx="360273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9" name="seq-0-lane-1"/>
          <p:cNvSpPr/>
          <p:nvPr/>
        </p:nvSpPr>
        <p:spPr>
          <a:xfrm>
            <a:off x="3422338" y="2157984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카메라</a:t>
            </a:r>
            <a:endParaRPr lang="en-US" sz="1100" dirty="0"/>
          </a:p>
        </p:txBody>
      </p:sp>
      <p:sp>
        <p:nvSpPr>
          <p:cNvPr id="10" name="seq-0-life-1"/>
          <p:cNvSpPr/>
          <p:nvPr/>
        </p:nvSpPr>
        <p:spPr>
          <a:xfrm rot="5400000">
            <a:off x="2352490" y="4251960"/>
            <a:ext cx="360273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1" name="seq-0-ev-0"/>
          <p:cNvSpPr/>
          <p:nvPr/>
        </p:nvSpPr>
        <p:spPr>
          <a:xfrm>
            <a:off x="845820" y="2812694"/>
            <a:ext cx="1874520" cy="292608"/>
          </a:xfrm>
          <a:prstGeom prst="roundRect">
            <a:avLst>
              <a:gd name="adj" fmla="val 21875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① 준비 위치로 이동</a:t>
            </a:r>
            <a:endParaRPr lang="en-US" sz="1050" dirty="0"/>
          </a:p>
        </p:txBody>
      </p:sp>
      <p:sp>
        <p:nvSpPr>
          <p:cNvPr id="12" name="seq-0-ev-1"/>
          <p:cNvSpPr/>
          <p:nvPr/>
        </p:nvSpPr>
        <p:spPr>
          <a:xfrm>
            <a:off x="1783080" y="3719779"/>
            <a:ext cx="237077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eq-0-ev-1-text"/>
          <p:cNvSpPr txBox="1"/>
          <p:nvPr/>
        </p:nvSpPr>
        <p:spPr>
          <a:xfrm>
            <a:off x="1508760" y="3491179"/>
            <a:ext cx="29194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② 촬영 요청</a:t>
            </a:r>
            <a:endParaRPr lang="en-US" sz="1050" dirty="0"/>
          </a:p>
        </p:txBody>
      </p:sp>
      <p:sp>
        <p:nvSpPr>
          <p:cNvPr id="14" name="seq-0-ev-2"/>
          <p:cNvSpPr/>
          <p:nvPr/>
        </p:nvSpPr>
        <p:spPr>
          <a:xfrm>
            <a:off x="3216598" y="4187952"/>
            <a:ext cx="1874520" cy="292608"/>
          </a:xfrm>
          <a:prstGeom prst="roundRect">
            <a:avLst>
              <a:gd name="adj" fmla="val 21875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③ 대상 찾기</a:t>
            </a:r>
            <a:endParaRPr lang="en-US" sz="1050" dirty="0"/>
          </a:p>
        </p:txBody>
      </p:sp>
      <p:sp>
        <p:nvSpPr>
          <p:cNvPr id="15" name="seq-0-ev-3"/>
          <p:cNvSpPr/>
          <p:nvPr/>
        </p:nvSpPr>
        <p:spPr>
          <a:xfrm>
            <a:off x="1783080" y="5095037"/>
            <a:ext cx="23707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  <a:headEnd type="triangle"/>
          </a:ln>
        </p:spPr>
      </p:sp>
      <p:sp>
        <p:nvSpPr>
          <p:cNvPr id="16" name="seq-0-ev-3-text"/>
          <p:cNvSpPr txBox="1"/>
          <p:nvPr/>
        </p:nvSpPr>
        <p:spPr>
          <a:xfrm>
            <a:off x="1508760" y="4866437"/>
            <a:ext cx="29194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위치</a:t>
            </a:r>
            <a:endParaRPr lang="en-US" sz="1050" dirty="0"/>
          </a:p>
        </p:txBody>
      </p:sp>
      <p:sp>
        <p:nvSpPr>
          <p:cNvPr id="17" name="seq-0-ev-4"/>
          <p:cNvSpPr/>
          <p:nvPr/>
        </p:nvSpPr>
        <p:spPr>
          <a:xfrm>
            <a:off x="845820" y="5563210"/>
            <a:ext cx="1874520" cy="292608"/>
          </a:xfrm>
          <a:prstGeom prst="roundRect">
            <a:avLst>
              <a:gd name="adj" fmla="val 21875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④ 집기</a:t>
            </a:r>
            <a:endParaRPr lang="en-US" sz="1050" dirty="0"/>
          </a:p>
        </p:txBody>
      </p:sp>
      <p:sp>
        <p:nvSpPr>
          <p:cNvPr id="18" name="seq-0-next"/>
          <p:cNvSpPr/>
          <p:nvPr/>
        </p:nvSpPr>
        <p:spPr>
          <a:xfrm>
            <a:off x="5228278" y="4334256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9" name="seq-1-title"/>
          <p:cNvSpPr txBox="1"/>
          <p:nvPr/>
        </p:nvSpPr>
        <p:spPr>
          <a:xfrm>
            <a:off x="5571178" y="1792224"/>
            <a:ext cx="58432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Place</a:t>
            </a:r>
            <a:endParaRPr lang="en-US" sz="1300" dirty="0"/>
          </a:p>
        </p:txBody>
      </p:sp>
      <p:sp>
        <p:nvSpPr>
          <p:cNvPr id="20" name="seq-1-lane-0"/>
          <p:cNvSpPr/>
          <p:nvPr/>
        </p:nvSpPr>
        <p:spPr>
          <a:xfrm>
            <a:off x="5845498" y="2157984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로봇</a:t>
            </a:r>
            <a:endParaRPr lang="en-US" sz="1100" dirty="0"/>
          </a:p>
        </p:txBody>
      </p:sp>
      <p:sp>
        <p:nvSpPr>
          <p:cNvPr id="21" name="seq-1-life-0"/>
          <p:cNvSpPr/>
          <p:nvPr/>
        </p:nvSpPr>
        <p:spPr>
          <a:xfrm rot="5400000">
            <a:off x="4775650" y="4251960"/>
            <a:ext cx="360273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22" name="seq-1-lane-1"/>
          <p:cNvSpPr/>
          <p:nvPr/>
        </p:nvSpPr>
        <p:spPr>
          <a:xfrm>
            <a:off x="7761297" y="2157984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카메라</a:t>
            </a:r>
            <a:endParaRPr lang="en-US" sz="1100" dirty="0"/>
          </a:p>
        </p:txBody>
      </p:sp>
      <p:sp>
        <p:nvSpPr>
          <p:cNvPr id="23" name="seq-1-life-1"/>
          <p:cNvSpPr/>
          <p:nvPr/>
        </p:nvSpPr>
        <p:spPr>
          <a:xfrm rot="5400000">
            <a:off x="6691449" y="4251960"/>
            <a:ext cx="360273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24" name="seq-1-lane-2"/>
          <p:cNvSpPr/>
          <p:nvPr/>
        </p:nvSpPr>
        <p:spPr>
          <a:xfrm>
            <a:off x="9677095" y="2157984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설비</a:t>
            </a:r>
            <a:endParaRPr lang="en-US" sz="1100" dirty="0"/>
          </a:p>
        </p:txBody>
      </p:sp>
      <p:sp>
        <p:nvSpPr>
          <p:cNvPr id="25" name="seq-1-life-2"/>
          <p:cNvSpPr/>
          <p:nvPr/>
        </p:nvSpPr>
        <p:spPr>
          <a:xfrm rot="5400000">
            <a:off x="8607247" y="4251960"/>
            <a:ext cx="3602736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26" name="seq-1-while"/>
          <p:cNvSpPr/>
          <p:nvPr/>
        </p:nvSpPr>
        <p:spPr>
          <a:xfrm>
            <a:off x="5616898" y="4041648"/>
            <a:ext cx="3836039" cy="1267968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27" name="seq-1-while-tab"/>
          <p:cNvSpPr/>
          <p:nvPr/>
        </p:nvSpPr>
        <p:spPr>
          <a:xfrm>
            <a:off x="5616898" y="4041648"/>
            <a:ext cx="1440180" cy="2468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143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while [미검출 · ≤3회]</a:t>
            </a:r>
            <a:endParaRPr lang="en-US" sz="900" dirty="0"/>
          </a:p>
        </p:txBody>
      </p:sp>
      <p:sp>
        <p:nvSpPr>
          <p:cNvPr id="28" name="seq-1-ev-0"/>
          <p:cNvSpPr/>
          <p:nvPr/>
        </p:nvSpPr>
        <p:spPr>
          <a:xfrm>
            <a:off x="6577018" y="2923032"/>
            <a:ext cx="3831597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eq-1-ev-0-text"/>
          <p:cNvSpPr txBox="1"/>
          <p:nvPr/>
        </p:nvSpPr>
        <p:spPr>
          <a:xfrm>
            <a:off x="8218497" y="2694432"/>
            <a:ext cx="2464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⑤ 이동 요청</a:t>
            </a:r>
            <a:endParaRPr lang="en-US" sz="1050" dirty="0"/>
          </a:p>
        </p:txBody>
      </p:sp>
      <p:sp>
        <p:nvSpPr>
          <p:cNvPr id="30" name="seq-1-ev-1"/>
          <p:cNvSpPr/>
          <p:nvPr/>
        </p:nvSpPr>
        <p:spPr>
          <a:xfrm>
            <a:off x="9471355" y="3172968"/>
            <a:ext cx="1874520" cy="292608"/>
          </a:xfrm>
          <a:prstGeom prst="roundRect">
            <a:avLst>
              <a:gd name="adj" fmla="val 21875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⑥ 이동</a:t>
            </a:r>
            <a:endParaRPr lang="en-US" sz="1050" dirty="0"/>
          </a:p>
        </p:txBody>
      </p:sp>
      <p:sp>
        <p:nvSpPr>
          <p:cNvPr id="31" name="seq-1-ev-2"/>
          <p:cNvSpPr/>
          <p:nvPr/>
        </p:nvSpPr>
        <p:spPr>
          <a:xfrm>
            <a:off x="6577018" y="3861816"/>
            <a:ext cx="3831597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  <a:headEnd type="triangle"/>
          </a:ln>
        </p:spPr>
      </p:sp>
      <p:sp>
        <p:nvSpPr>
          <p:cNvPr id="32" name="seq-1-ev-2-text"/>
          <p:cNvSpPr txBox="1"/>
          <p:nvPr/>
        </p:nvSpPr>
        <p:spPr>
          <a:xfrm>
            <a:off x="8218497" y="3633216"/>
            <a:ext cx="2464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⑦ 도착 신호</a:t>
            </a:r>
            <a:endParaRPr lang="en-US" sz="1050" dirty="0"/>
          </a:p>
        </p:txBody>
      </p:sp>
      <p:sp>
        <p:nvSpPr>
          <p:cNvPr id="33" name="seq-1-ev-3"/>
          <p:cNvSpPr/>
          <p:nvPr/>
        </p:nvSpPr>
        <p:spPr>
          <a:xfrm>
            <a:off x="6577018" y="4642104"/>
            <a:ext cx="1915799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eq-1-ev-3-text"/>
          <p:cNvSpPr txBox="1"/>
          <p:nvPr/>
        </p:nvSpPr>
        <p:spPr>
          <a:xfrm>
            <a:off x="6302698" y="4413504"/>
            <a:ext cx="2464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⑧ 놓을 곳 찾기</a:t>
            </a:r>
            <a:endParaRPr lang="en-US" sz="1050" dirty="0"/>
          </a:p>
        </p:txBody>
      </p:sp>
      <p:sp>
        <p:nvSpPr>
          <p:cNvPr id="35" name="seq-1-ev-4"/>
          <p:cNvSpPr/>
          <p:nvPr/>
        </p:nvSpPr>
        <p:spPr>
          <a:xfrm>
            <a:off x="6577018" y="5111496"/>
            <a:ext cx="1915799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dash"/>
            <a:headEnd type="triangle"/>
          </a:ln>
        </p:spPr>
      </p:sp>
      <p:sp>
        <p:nvSpPr>
          <p:cNvPr id="36" name="seq-1-ev-4-text"/>
          <p:cNvSpPr txBox="1"/>
          <p:nvPr/>
        </p:nvSpPr>
        <p:spPr>
          <a:xfrm>
            <a:off x="6302698" y="4882896"/>
            <a:ext cx="2464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놓을 위치</a:t>
            </a:r>
            <a:endParaRPr lang="en-US" sz="1050" dirty="0"/>
          </a:p>
        </p:txBody>
      </p:sp>
      <p:sp>
        <p:nvSpPr>
          <p:cNvPr id="37" name="seq-1-ev-5"/>
          <p:cNvSpPr/>
          <p:nvPr/>
        </p:nvSpPr>
        <p:spPr>
          <a:xfrm>
            <a:off x="5639758" y="5672328"/>
            <a:ext cx="1874520" cy="292608"/>
          </a:xfrm>
          <a:prstGeom prst="roundRect">
            <a:avLst>
              <a:gd name="adj" fmla="val 21875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⑨ 놓기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가상환경 구성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실제 배치를 가상환경으로 구현</a:t>
            </a:r>
            <a:endParaRPr lang="en-US" sz="1350" dirty="0"/>
          </a:p>
        </p:txBody>
      </p:sp>
      <p:sp>
        <p:nvSpPr>
          <p:cNvPr id="4" name="real-frame"/>
          <p:cNvSpPr/>
          <p:nvPr/>
        </p:nvSpPr>
        <p:spPr>
          <a:xfrm>
            <a:off x="548640" y="2194560"/>
            <a:ext cx="5181448" cy="292608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real-x1"/>
          <p:cNvSpPr/>
          <p:nvPr/>
        </p:nvSpPr>
        <p:spPr>
          <a:xfrm>
            <a:off x="548640" y="2194560"/>
            <a:ext cx="5181448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real-x2"/>
          <p:cNvSpPr/>
          <p:nvPr/>
        </p:nvSpPr>
        <p:spPr>
          <a:xfrm flipV="1">
            <a:off x="548640" y="2194560"/>
            <a:ext cx="5181448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real-hint"/>
          <p:cNvSpPr txBox="1"/>
          <p:nvPr/>
        </p:nvSpPr>
        <p:spPr>
          <a:xfrm>
            <a:off x="2590724" y="34747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real-caption"/>
          <p:cNvSpPr txBox="1"/>
          <p:nvPr/>
        </p:nvSpPr>
        <p:spPr>
          <a:xfrm>
            <a:off x="548640" y="5193792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10. 실제</a:t>
            </a:r>
            <a:endParaRPr lang="en-US" sz="1000" dirty="0"/>
          </a:p>
        </p:txBody>
      </p:sp>
      <p:sp>
        <p:nvSpPr>
          <p:cNvPr id="9" name="sim-frame"/>
          <p:cNvSpPr/>
          <p:nvPr/>
        </p:nvSpPr>
        <p:spPr>
          <a:xfrm>
            <a:off x="6461608" y="2194560"/>
            <a:ext cx="5181448" cy="292608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im-x1"/>
          <p:cNvSpPr/>
          <p:nvPr/>
        </p:nvSpPr>
        <p:spPr>
          <a:xfrm>
            <a:off x="6461608" y="2194560"/>
            <a:ext cx="5181448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sim-x2"/>
          <p:cNvSpPr/>
          <p:nvPr/>
        </p:nvSpPr>
        <p:spPr>
          <a:xfrm flipV="1">
            <a:off x="6461608" y="2194560"/>
            <a:ext cx="5181448" cy="29260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sim-hint"/>
          <p:cNvSpPr txBox="1"/>
          <p:nvPr/>
        </p:nvSpPr>
        <p:spPr>
          <a:xfrm>
            <a:off x="8503691" y="34747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13" name="sim-caption"/>
          <p:cNvSpPr txBox="1"/>
          <p:nvPr/>
        </p:nvSpPr>
        <p:spPr>
          <a:xfrm>
            <a:off x="6461608" y="5193792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11. 가상환경</a:t>
            </a:r>
            <a:endParaRPr lang="en-US" sz="1000" dirty="0"/>
          </a:p>
        </p:txBody>
      </p:sp>
      <p:sp>
        <p:nvSpPr>
          <p:cNvPr id="14" name="flow"/>
          <p:cNvSpPr/>
          <p:nvPr/>
        </p:nvSpPr>
        <p:spPr>
          <a:xfrm>
            <a:off x="5931256" y="3657600"/>
            <a:ext cx="329184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허용 오차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(무엇) 의 허용 오차를 x 축 (값) · y 축 (값) 으로 설정</a:t>
            </a:r>
            <a:endParaRPr lang="en-US" sz="1350" dirty="0"/>
          </a:p>
        </p:txBody>
      </p:sp>
      <p:sp>
        <p:nvSpPr>
          <p:cNvPr id="4" name="subject-frame"/>
          <p:cNvSpPr/>
          <p:nvPr/>
        </p:nvSpPr>
        <p:spPr>
          <a:xfrm>
            <a:off x="548640" y="1600200"/>
            <a:ext cx="4023360" cy="365760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ubject-x1"/>
          <p:cNvSpPr/>
          <p:nvPr/>
        </p:nvSpPr>
        <p:spPr>
          <a:xfrm>
            <a:off x="548640" y="1600200"/>
            <a:ext cx="4023360" cy="3657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subject-x2"/>
          <p:cNvSpPr/>
          <p:nvPr/>
        </p:nvSpPr>
        <p:spPr>
          <a:xfrm flipV="1">
            <a:off x="548640" y="1600200"/>
            <a:ext cx="4023360" cy="3657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subject-hint"/>
          <p:cNvSpPr txBox="1"/>
          <p:nvPr/>
        </p:nvSpPr>
        <p:spPr>
          <a:xfrm>
            <a:off x="2011680" y="324612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8" name="subject-caption"/>
          <p:cNvSpPr txBox="1"/>
          <p:nvPr/>
        </p:nvSpPr>
        <p:spPr>
          <a:xfrm>
            <a:off x="548640" y="5330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12. 대상</a:t>
            </a:r>
            <a:endParaRPr lang="en-US" sz="1000" dirty="0"/>
          </a:p>
        </p:txBody>
      </p:sp>
      <p:sp>
        <p:nvSpPr>
          <p:cNvPr id="9" name="frame-frame"/>
          <p:cNvSpPr/>
          <p:nvPr/>
        </p:nvSpPr>
        <p:spPr>
          <a:xfrm>
            <a:off x="4983480" y="1600200"/>
            <a:ext cx="6659575" cy="210312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frame-x1"/>
          <p:cNvSpPr/>
          <p:nvPr/>
        </p:nvSpPr>
        <p:spPr>
          <a:xfrm>
            <a:off x="4983480" y="1600200"/>
            <a:ext cx="6659575" cy="21031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frame-x2"/>
          <p:cNvSpPr/>
          <p:nvPr/>
        </p:nvSpPr>
        <p:spPr>
          <a:xfrm flipV="1">
            <a:off x="4983480" y="1600200"/>
            <a:ext cx="6659575" cy="21031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frame-hint"/>
          <p:cNvSpPr txBox="1"/>
          <p:nvPr/>
        </p:nvSpPr>
        <p:spPr>
          <a:xfrm>
            <a:off x="7764628" y="246888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13" name="frame-caption"/>
          <p:cNvSpPr txBox="1"/>
          <p:nvPr/>
        </p:nvSpPr>
        <p:spPr>
          <a:xfrm>
            <a:off x="4983480" y="3776472"/>
            <a:ext cx="6659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Figure 13. 좌표 — x: (방향), y: (방향)</a:t>
            </a:r>
            <a:endParaRPr lang="en-US" sz="1000" dirty="0"/>
          </a:p>
        </p:txBody>
      </p:sp>
      <p:sp>
        <p:nvSpPr>
          <p:cNvPr id="14" name="tol-0"/>
          <p:cNvSpPr/>
          <p:nvPr/>
        </p:nvSpPr>
        <p:spPr>
          <a:xfrm>
            <a:off x="4983480" y="4206240"/>
            <a:ext cx="319262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5" name="tol-0-badge"/>
          <p:cNvSpPr/>
          <p:nvPr/>
        </p:nvSpPr>
        <p:spPr>
          <a:xfrm>
            <a:off x="5239512" y="4425696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x</a:t>
            </a:r>
            <a:endParaRPr lang="en-US" sz="1400" dirty="0"/>
          </a:p>
        </p:txBody>
      </p:sp>
      <p:sp>
        <p:nvSpPr>
          <p:cNvPr id="16" name="tol-0-label"/>
          <p:cNvSpPr txBox="1"/>
          <p:nvPr/>
        </p:nvSpPr>
        <p:spPr>
          <a:xfrm>
            <a:off x="5696712" y="4425696"/>
            <a:ext cx="2250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(방향)</a:t>
            </a:r>
            <a:endParaRPr lang="en-US" sz="1200" dirty="0"/>
          </a:p>
        </p:txBody>
      </p:sp>
      <p:sp>
        <p:nvSpPr>
          <p:cNvPr id="17" name="tol-0-value"/>
          <p:cNvSpPr txBox="1"/>
          <p:nvPr/>
        </p:nvSpPr>
        <p:spPr>
          <a:xfrm>
            <a:off x="5239512" y="4828032"/>
            <a:ext cx="26805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50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mm</a:t>
            </a:r>
            <a:endParaRPr lang="en-US" sz="1400" dirty="0"/>
          </a:p>
        </p:txBody>
      </p:sp>
      <p:sp>
        <p:nvSpPr>
          <p:cNvPr id="18" name="tol-1"/>
          <p:cNvSpPr/>
          <p:nvPr/>
        </p:nvSpPr>
        <p:spPr>
          <a:xfrm>
            <a:off x="8450428" y="4206240"/>
            <a:ext cx="3192628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tol-1-badge"/>
          <p:cNvSpPr/>
          <p:nvPr/>
        </p:nvSpPr>
        <p:spPr>
          <a:xfrm>
            <a:off x="8706460" y="4425696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y</a:t>
            </a:r>
            <a:endParaRPr lang="en-US" sz="1400" dirty="0"/>
          </a:p>
        </p:txBody>
      </p:sp>
      <p:sp>
        <p:nvSpPr>
          <p:cNvPr id="20" name="tol-1-label"/>
          <p:cNvSpPr txBox="1"/>
          <p:nvPr/>
        </p:nvSpPr>
        <p:spPr>
          <a:xfrm>
            <a:off x="9163660" y="4425696"/>
            <a:ext cx="2250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(방향)</a:t>
            </a:r>
            <a:endParaRPr lang="en-US" sz="1200" dirty="0"/>
          </a:p>
        </p:txBody>
      </p:sp>
      <p:sp>
        <p:nvSpPr>
          <p:cNvPr id="21" name="tol-1-value"/>
          <p:cNvSpPr txBox="1"/>
          <p:nvPr/>
        </p:nvSpPr>
        <p:spPr>
          <a:xfrm>
            <a:off x="8706460" y="4828032"/>
            <a:ext cx="26805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30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mm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실행 영상</a:t>
            </a:r>
            <a:endParaRPr lang="en-US" sz="2400" dirty="0"/>
          </a:p>
        </p:txBody>
      </p:sp>
      <p:sp>
        <p:nvSpPr>
          <p:cNvPr id="3" name="run-frame"/>
          <p:cNvSpPr/>
          <p:nvPr/>
        </p:nvSpPr>
        <p:spPr>
          <a:xfrm>
            <a:off x="1544168" y="1005840"/>
            <a:ext cx="9103360" cy="5120640"/>
          </a:xfrm>
          <a:prstGeom prst="rect">
            <a:avLst/>
          </a:prstGeom>
          <a:solidFill>
            <a:srgbClr val="F4F5F7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run-x1"/>
          <p:cNvSpPr/>
          <p:nvPr/>
        </p:nvSpPr>
        <p:spPr>
          <a:xfrm>
            <a:off x="1544168" y="1005840"/>
            <a:ext cx="9103360" cy="51206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" name="run-x2"/>
          <p:cNvSpPr/>
          <p:nvPr/>
        </p:nvSpPr>
        <p:spPr>
          <a:xfrm flipV="1">
            <a:off x="1544168" y="1005840"/>
            <a:ext cx="9103360" cy="51206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run-hint"/>
          <p:cNvSpPr txBox="1"/>
          <p:nvPr/>
        </p:nvSpPr>
        <p:spPr>
          <a:xfrm>
            <a:off x="5547208" y="3383280"/>
            <a:ext cx="1097280" cy="365760"/>
          </a:xfrm>
          <a:prstGeom prst="rect">
            <a:avLst/>
          </a:prstGeom>
          <a:solidFill>
            <a:srgbClr val="F4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사진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lt" pitchFamily="34" charset="-120"/>
              </a:rPr>
              <a:t>향후 일정</a:t>
            </a:r>
            <a:endParaRPr lang="en-US" sz="24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다음 단계를 한 문장으로</a:t>
            </a:r>
            <a:endParaRPr lang="en-US" sz="1350" dirty="0"/>
          </a:p>
        </p:txBody>
      </p:sp>
      <p:sp>
        <p:nvSpPr>
          <p:cNvPr id="4" name="plan-line"/>
          <p:cNvSpPr/>
          <p:nvPr/>
        </p:nvSpPr>
        <p:spPr>
          <a:xfrm>
            <a:off x="1658082" y="3191256"/>
            <a:ext cx="887553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5" name="plan-progress"/>
          <p:cNvSpPr/>
          <p:nvPr/>
        </p:nvSpPr>
        <p:spPr>
          <a:xfrm>
            <a:off x="1658082" y="3191256"/>
            <a:ext cx="221888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plan-0-label"/>
          <p:cNvSpPr txBox="1"/>
          <p:nvPr/>
        </p:nvSpPr>
        <p:spPr>
          <a:xfrm>
            <a:off x="548640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완료</a:t>
            </a:r>
            <a:endParaRPr lang="en-US" sz="1100" dirty="0"/>
          </a:p>
        </p:txBody>
      </p:sp>
      <p:sp>
        <p:nvSpPr>
          <p:cNvPr id="7" name="plan-0-halo"/>
          <p:cNvSpPr/>
          <p:nvPr/>
        </p:nvSpPr>
        <p:spPr>
          <a:xfrm>
            <a:off x="1502634" y="3035808"/>
            <a:ext cx="310896" cy="310896"/>
          </a:xfrm>
          <a:prstGeom prst="ellipse">
            <a:avLst/>
          </a:prstGeom>
          <a:solidFill>
            <a:schemeClr val="tx2">
              <a:alpha val="40000"/>
            </a:schemeClr>
          </a:solidFill>
          <a:ln/>
        </p:spPr>
      </p:sp>
      <p:sp>
        <p:nvSpPr>
          <p:cNvPr id="8" name="plan-0-dot"/>
          <p:cNvSpPr/>
          <p:nvPr/>
        </p:nvSpPr>
        <p:spPr>
          <a:xfrm>
            <a:off x="1557498" y="3090672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plan-0-title"/>
          <p:cNvSpPr txBox="1"/>
          <p:nvPr/>
        </p:nvSpPr>
        <p:spPr>
          <a:xfrm>
            <a:off x="640080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할 일</a:t>
            </a:r>
            <a:endParaRPr lang="en-US" sz="1300" dirty="0"/>
          </a:p>
        </p:txBody>
      </p:sp>
      <p:sp>
        <p:nvSpPr>
          <p:cNvPr id="10" name="plan-0-desc"/>
          <p:cNvSpPr txBox="1"/>
          <p:nvPr/>
        </p:nvSpPr>
        <p:spPr>
          <a:xfrm>
            <a:off x="658368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설명</a:t>
            </a:r>
            <a:endParaRPr lang="en-US" sz="1050" dirty="0"/>
          </a:p>
        </p:txBody>
      </p:sp>
      <p:sp>
        <p:nvSpPr>
          <p:cNvPr id="11" name="plan-1-label"/>
          <p:cNvSpPr txBox="1"/>
          <p:nvPr/>
        </p:nvSpPr>
        <p:spPr>
          <a:xfrm>
            <a:off x="2767523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10월 3주차</a:t>
            </a:r>
            <a:endParaRPr lang="en-US" sz="1100" dirty="0"/>
          </a:p>
        </p:txBody>
      </p:sp>
      <p:sp>
        <p:nvSpPr>
          <p:cNvPr id="12" name="plan-1-halo"/>
          <p:cNvSpPr/>
          <p:nvPr/>
        </p:nvSpPr>
        <p:spPr>
          <a:xfrm>
            <a:off x="3721517" y="3035808"/>
            <a:ext cx="310896" cy="310896"/>
          </a:xfrm>
          <a:prstGeom prst="ellipse">
            <a:avLst/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13" name="plan-1-dot"/>
          <p:cNvSpPr/>
          <p:nvPr/>
        </p:nvSpPr>
        <p:spPr>
          <a:xfrm>
            <a:off x="3776381" y="309067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lan-1-title"/>
          <p:cNvSpPr txBox="1"/>
          <p:nvPr/>
        </p:nvSpPr>
        <p:spPr>
          <a:xfrm>
            <a:off x="2858963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할 일</a:t>
            </a:r>
            <a:endParaRPr lang="en-US" sz="1300" dirty="0"/>
          </a:p>
        </p:txBody>
      </p:sp>
      <p:sp>
        <p:nvSpPr>
          <p:cNvPr id="15" name="plan-1-desc"/>
          <p:cNvSpPr txBox="1"/>
          <p:nvPr/>
        </p:nvSpPr>
        <p:spPr>
          <a:xfrm>
            <a:off x="2877251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설명</a:t>
            </a:r>
            <a:endParaRPr lang="en-US" sz="1050" dirty="0"/>
          </a:p>
        </p:txBody>
      </p:sp>
      <p:sp>
        <p:nvSpPr>
          <p:cNvPr id="16" name="plan-2-label"/>
          <p:cNvSpPr txBox="1"/>
          <p:nvPr/>
        </p:nvSpPr>
        <p:spPr>
          <a:xfrm>
            <a:off x="4986406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이후</a:t>
            </a:r>
            <a:endParaRPr lang="en-US" sz="1100" dirty="0"/>
          </a:p>
        </p:txBody>
      </p:sp>
      <p:sp>
        <p:nvSpPr>
          <p:cNvPr id="17" name="plan-2-halo"/>
          <p:cNvSpPr/>
          <p:nvPr/>
        </p:nvSpPr>
        <p:spPr>
          <a:xfrm>
            <a:off x="5940400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8" name="plan-2-dot"/>
          <p:cNvSpPr/>
          <p:nvPr/>
        </p:nvSpPr>
        <p:spPr>
          <a:xfrm>
            <a:off x="5995264" y="309067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plan-2-title"/>
          <p:cNvSpPr txBox="1"/>
          <p:nvPr/>
        </p:nvSpPr>
        <p:spPr>
          <a:xfrm>
            <a:off x="5077846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할 일</a:t>
            </a:r>
            <a:endParaRPr lang="en-US" sz="1300" dirty="0"/>
          </a:p>
        </p:txBody>
      </p:sp>
      <p:sp>
        <p:nvSpPr>
          <p:cNvPr id="20" name="plan-2-desc"/>
          <p:cNvSpPr txBox="1"/>
          <p:nvPr/>
        </p:nvSpPr>
        <p:spPr>
          <a:xfrm>
            <a:off x="5096134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설명</a:t>
            </a:r>
            <a:endParaRPr lang="en-US" sz="1050" dirty="0"/>
          </a:p>
        </p:txBody>
      </p:sp>
      <p:sp>
        <p:nvSpPr>
          <p:cNvPr id="21" name="plan-3-label"/>
          <p:cNvSpPr txBox="1"/>
          <p:nvPr/>
        </p:nvSpPr>
        <p:spPr>
          <a:xfrm>
            <a:off x="7205289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10월 4주차</a:t>
            </a:r>
            <a:endParaRPr lang="en-US" sz="1100" dirty="0"/>
          </a:p>
        </p:txBody>
      </p:sp>
      <p:sp>
        <p:nvSpPr>
          <p:cNvPr id="22" name="plan-3-halo"/>
          <p:cNvSpPr/>
          <p:nvPr/>
        </p:nvSpPr>
        <p:spPr>
          <a:xfrm>
            <a:off x="8159283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plan-3-dot"/>
          <p:cNvSpPr/>
          <p:nvPr/>
        </p:nvSpPr>
        <p:spPr>
          <a:xfrm>
            <a:off x="8214147" y="309067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plan-3-title"/>
          <p:cNvSpPr txBox="1"/>
          <p:nvPr/>
        </p:nvSpPr>
        <p:spPr>
          <a:xfrm>
            <a:off x="7296729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할 일</a:t>
            </a:r>
            <a:endParaRPr lang="en-US" sz="1300" dirty="0"/>
          </a:p>
        </p:txBody>
      </p:sp>
      <p:sp>
        <p:nvSpPr>
          <p:cNvPr id="25" name="plan-3-desc"/>
          <p:cNvSpPr txBox="1"/>
          <p:nvPr/>
        </p:nvSpPr>
        <p:spPr>
          <a:xfrm>
            <a:off x="7315017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설명</a:t>
            </a:r>
            <a:endParaRPr lang="en-US" sz="1050" dirty="0"/>
          </a:p>
        </p:txBody>
      </p:sp>
      <p:sp>
        <p:nvSpPr>
          <p:cNvPr id="26" name="plan-4-label"/>
          <p:cNvSpPr txBox="1"/>
          <p:nvPr/>
        </p:nvSpPr>
        <p:spPr>
          <a:xfrm>
            <a:off x="9424172" y="2624328"/>
            <a:ext cx="2218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예정</a:t>
            </a:r>
            <a:endParaRPr lang="en-US" sz="1100" dirty="0"/>
          </a:p>
        </p:txBody>
      </p:sp>
      <p:sp>
        <p:nvSpPr>
          <p:cNvPr id="27" name="plan-4-halo"/>
          <p:cNvSpPr/>
          <p:nvPr/>
        </p:nvSpPr>
        <p:spPr>
          <a:xfrm>
            <a:off x="10378166" y="3035808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8" name="plan-4-dot"/>
          <p:cNvSpPr/>
          <p:nvPr/>
        </p:nvSpPr>
        <p:spPr>
          <a:xfrm>
            <a:off x="10433030" y="3090672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plan-4-title"/>
          <p:cNvSpPr txBox="1"/>
          <p:nvPr/>
        </p:nvSpPr>
        <p:spPr>
          <a:xfrm>
            <a:off x="9515612" y="3557016"/>
            <a:ext cx="2036003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할 일</a:t>
            </a:r>
            <a:endParaRPr lang="en-US" sz="1300" dirty="0"/>
          </a:p>
        </p:txBody>
      </p:sp>
      <p:sp>
        <p:nvSpPr>
          <p:cNvPr id="30" name="plan-4-desc"/>
          <p:cNvSpPr txBox="1"/>
          <p:nvPr/>
        </p:nvSpPr>
        <p:spPr>
          <a:xfrm>
            <a:off x="9533900" y="3946271"/>
            <a:ext cx="1999427" cy="208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accent3"/>
                </a:solidFill>
              </a:rPr>
              <a:t>설명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236208"/>
            <a:ext cx="320040" cy="256032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port navy">
      <a:dk1>
        <a:srgbClr val="222222"/>
      </a:dk1>
      <a:lt1>
        <a:srgbClr val="FFFFFF"/>
      </a:lt1>
      <a:dk2>
        <a:srgbClr val="012D6A"/>
      </a:dk2>
      <a:lt2>
        <a:srgbClr val="EEF2F8"/>
      </a:lt2>
      <a:accent1>
        <a:srgbClr val="1F4E94"/>
      </a:accent1>
      <a:accent2>
        <a:srgbClr val="8A9BB8"/>
      </a:accent2>
      <a:accent3>
        <a:srgbClr val="6E6E6E"/>
      </a:accent3>
      <a:accent4>
        <a:srgbClr val="262626"/>
      </a:accent4>
      <a:accent5>
        <a:srgbClr val="C0392B"/>
      </a:accent5>
      <a:accent6>
        <a:srgbClr val="D9DEE7"/>
      </a:accent6>
      <a:hlink>
        <a:srgbClr val="012D6A"/>
      </a:hlink>
      <a:folHlink>
        <a:srgbClr val="6E6E6E"/>
      </a:folHlink>
    </a:clrScheme>
    <a:fontScheme name="Office">
      <a:majorFont>
        <a:latin typeface="Pretendard"/>
        <a:ea typeface="Pretendard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중간 보고</dc:title>
  <dc:subject>PptxGenJS Presentation</dc:subject>
  <dc:creator>PptxGenJS</dc:creator>
  <cp:lastModifiedBy>PptxGenJS</cp:lastModifiedBy>
  <cp:revision>1</cp:revision>
  <dcterms:created xsi:type="dcterms:W3CDTF">2026-10-14T02:19:59Z</dcterms:created>
  <dcterms:modified xsi:type="dcterms:W3CDTF">2026-10-14T02:19:59Z</dcterms:modified>
</cp:coreProperties>
</file>